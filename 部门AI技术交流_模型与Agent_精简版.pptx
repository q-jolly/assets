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开场：今天不讲模型参数，只讲一个最容易理解的区别——模型负责回答，Agent负责执行。,为了便于非技术同事理解，今天把 DeepSeek 和 ChatGPT 统一放在“模型/对话式AI”这一层来讲；严格说 ChatGPT 是产品，但不影响今天的演示口径。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这一页就是全场主线。后面所有内容都围绕这两层展开。,DeepSeek 和 ChatGPT 放第一层；Codex 和 WorkBuddy 放第二层，而且 Codex / WorkBuddy 是同一级的一类产品。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这一页不要讨论谁模型参数更大。只讲对普通同事最有感知的东西：DeepSeek更容易用；ChatGPT综合能力强，但国内门槛更高。,如果时间紧，价格只讲 DeepSeek 免费、ChatGPT Plus 20美元/月。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要强调“纯对话模式”这个限定，避免把现在带工具的ChatGPT说得过于绝对。,最简单的类比：模型像顾问，Agent像能拿工具去执行的同事。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Agent的重点不是模型参数，而是它拥有“行动能力”。,把六步流程讲一遍，大家就能理解为什么 Codex 和 WorkBuddy 属于同一级别的一类产品。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这是整场第二重要的一页。用“问它”和“派活给它”两个词，非技术同事很好理解。,Codex仍然重点面向软件开发和技术工作，不要讲成通用办公Agent。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这一页明确回应核心：WorkBuddy和Codex确实放在同一层级。,区别只讲“工作对象不同”：Codex偏技术开发，WorkBuddy偏办公桌面和本地文件。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可以举两个真实场景：人员接待表的分类汇总适合WorkBuddy；网络命令分析先用ChatGPT/DeepSeek，如果要写自动化脚本则转Codex。,这页最贴近日常工作，尽量多讲生活化例子。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收尾：AI的发展方向不是越来越会聊天，而是越来越会完成任务。,最后补一句安全底线即可结束。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公共区管理部 · AI技术交流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927080" y="64739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3547872" cy="3547872"/>
          </a:xfrm>
          <a:prstGeom prst="ellipse">
            <a:avLst/>
          </a:prstGeom>
          <a:solidFill>
            <a:srgbClr val="1D4ED8">
              <a:alpha val="7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472" y="4160520"/>
            <a:ext cx="2697480" cy="2697480"/>
          </a:xfrm>
          <a:prstGeom prst="ellipse">
            <a:avLst/>
          </a:prstGeom>
          <a:solidFill>
            <a:srgbClr val="7A5AF8">
              <a:alpha val="55000"/>
            </a:srgbClr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645920" cy="384048"/>
          </a:xfrm>
          <a:prstGeom prst="roundRect">
            <a:avLst/>
          </a:prstGeom>
          <a:solidFill>
            <a:srgbClr val="1D2939"/>
          </a:solidFill>
          <a:ln w="12700">
            <a:solidFill>
              <a:srgbClr val="1D29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713232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5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 · 非技术向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AI从“会回答”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到“会干活”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3232" y="3310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4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只讲两层：模型 × Agent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39776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5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ChatGPT  →  Codex / WorkBuddy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5742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公共区管理部 AI 技术交流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整个AI办公，可以先只理解成两层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第一层“会想会答”，第二层“会规划、会调用工具、会执行”。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10716768" cy="1874520"/>
          </a:xfrm>
          <a:prstGeom prst="roundRect">
            <a:avLst>
              <a:gd name="adj" fmla="val 3902"/>
            </a:avLst>
          </a:prstGeom>
          <a:solidFill>
            <a:srgbClr val="F0FDF4"/>
          </a:solidFill>
          <a:ln w="12700">
            <a:solidFill>
              <a:srgbClr val="F0FDF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673352"/>
            <a:ext cx="1965960" cy="384048"/>
          </a:xfrm>
          <a:prstGeom prst="roundRect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28216"/>
            <a:ext cx="1856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模型 / 对话式 AI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15568" y="2331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703320" y="2331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28232" y="23408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你问一个问题  →  它理解、推理、写作、总结、给方案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58968" y="3511296"/>
            <a:ext cx="1225296" cy="658368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4160520"/>
            <a:ext cx="10716768" cy="1627632"/>
          </a:xfrm>
          <a:prstGeom prst="roundRect">
            <a:avLst>
              <a:gd name="adj" fmla="val 4494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4407408"/>
            <a:ext cx="1298448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462272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15568" y="5029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70332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428232" y="503834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你给一个目标  →  它规划步骤、调用工具、操作文件、检查并交付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5980176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一句话：模型告诉你“怎么做” · Agent进一步替你“去做”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第一层：DeepSeek 和 ChatGPT，先理解成“会回答的AI”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核心价值：理解问题、生成内容、分析信息；国内实际使用门槛差异很明显。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68096" y="1444752"/>
            <a:ext cx="51023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709928"/>
            <a:ext cx="1664208" cy="384048"/>
          </a:xfrm>
          <a:prstGeom prst="roundRect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6479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国内上手最轻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24128" y="2258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42416" y="298094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65376" y="298094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普通网页 / APP：免费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1042416" y="348386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7124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65376" y="3712464"/>
            <a:ext cx="3584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国内直接访问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1042416" y="421538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4439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65376" y="444398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· 推理 · 写作 · 代码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1042416" y="494690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517550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65376" y="517550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适合部门普及、日常问答和材料处理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327648" y="1444752"/>
            <a:ext cx="51023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709928"/>
            <a:ext cx="1664208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176479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综合体验更完整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2258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01968" y="298094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24928" y="298094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 / Plus $20/月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601968" y="348386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37124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24928" y="3712464"/>
            <a:ext cx="3584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国内使用存在额外网络、账号与支付门槛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601968" y="421538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44439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24928" y="444398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 · 文件 · 搜索 · 研究 · 写作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601968" y="494690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517550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24928" y="517550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适合高频用户、复杂信息处理与技术工作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1097280" y="60167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演讲口径：这两者都先当作“你问一句，它给你答案 / 内容 / 方案”的工具来理解。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5216" y="619048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价格来源：OpenAI、DeepSeek 官方页面；查询日期 2026-08-18。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模型能做什么？边界又在哪里？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先把“聊天AI”和“Agent”区别讲清，大家后面就容易理解了。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792224"/>
            <a:ext cx="1325880" cy="384048"/>
          </a:xfrm>
          <a:prstGeom prst="roundRect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1847088"/>
            <a:ext cx="1216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模型很擅长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78992" y="2468880"/>
            <a:ext cx="402336" cy="402336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51917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64208" y="24871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写通知、汇报、发言稿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1078992" y="3081528"/>
            <a:ext cx="402336" cy="402336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13182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64208" y="30998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Word / PDF / 会议材料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1078992" y="3694176"/>
            <a:ext cx="402336" cy="402336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7444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64208" y="37124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分析问题、梳理思路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1078992" y="4306824"/>
            <a:ext cx="402336" cy="402336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35711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64208" y="4325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解释数据、给排查建议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1078992" y="4919472"/>
            <a:ext cx="402336" cy="402336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96976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64208" y="4937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生成代码或操作步骤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6236208" y="150876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1792224"/>
            <a:ext cx="1691640" cy="384048"/>
          </a:xfrm>
          <a:prstGeom prst="roundRect">
            <a:avLst/>
          </a:prstGeom>
          <a:solidFill>
            <a:srgbClr val="FEF0C7"/>
          </a:solidFill>
          <a:ln w="12700">
            <a:solidFill>
              <a:srgbClr val="FEF0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1847088"/>
            <a:ext cx="1581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纯对话模式的限制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2468880"/>
            <a:ext cx="402336" cy="402336"/>
          </a:xfrm>
          <a:prstGeom prst="ellipse">
            <a:avLst/>
          </a:prstGeom>
          <a:solidFill>
            <a:srgbClr val="FEF0C7"/>
          </a:solidFill>
          <a:ln w="12700">
            <a:solidFill>
              <a:srgbClr val="FEF0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51917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23176" y="24871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它可以告诉你“怎么整理文件”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7960" y="3081528"/>
            <a:ext cx="402336" cy="402336"/>
          </a:xfrm>
          <a:prstGeom prst="ellipse">
            <a:avLst/>
          </a:prstGeom>
          <a:solidFill>
            <a:srgbClr val="FEF0C7"/>
          </a:solidFill>
          <a:ln w="12700">
            <a:solidFill>
              <a:srgbClr val="FEF0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13182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23176" y="30998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可以写出“处理Excel的步骤”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37960" y="3694176"/>
            <a:ext cx="402336" cy="402336"/>
          </a:xfrm>
          <a:prstGeom prst="ellipse">
            <a:avLst/>
          </a:prstGeom>
          <a:solidFill>
            <a:srgbClr val="FEF0C7"/>
          </a:solidFill>
          <a:ln w="12700">
            <a:solidFill>
              <a:srgbClr val="FEF0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7444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123176" y="37124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可以给你“修改程序的代码”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537960" y="4306824"/>
            <a:ext cx="402336" cy="402336"/>
          </a:xfrm>
          <a:prstGeom prst="ellipse">
            <a:avLst/>
          </a:prstGeom>
          <a:solidFill>
            <a:srgbClr val="FEF0C7"/>
          </a:solidFill>
          <a:ln w="12700">
            <a:solidFill>
              <a:srgbClr val="FEF0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35711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123176" y="4325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但通常仍需要你复制、打开、执行、检查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537960" y="4965192"/>
            <a:ext cx="402336" cy="40233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501548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123176" y="4983480"/>
            <a:ext cx="3520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跨多个步骤真正替你完成工作，就是 Agent 的价值</a:t>
            </a:r>
            <a:endParaRPr lang="en-US" sz="1330" dirty="0"/>
          </a:p>
        </p:txBody>
      </p:sp>
      <p:sp>
        <p:nvSpPr>
          <p:cNvPr id="40" name="Text 38"/>
          <p:cNvSpPr/>
          <p:nvPr/>
        </p:nvSpPr>
        <p:spPr>
          <a:xfrm>
            <a:off x="1874520" y="592531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关键变化：从“输出答案” → “完成任务”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第二层：Agent 到底多做了什么？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Agent不是单纯“更聪明”，而是多了一套“自主执行任务”的工作循环。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2084832"/>
            <a:ext cx="530352" cy="5303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7864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理解目标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你说想要什么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322576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9816" y="2084832"/>
            <a:ext cx="530352" cy="530352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97480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规划步骤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706624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自己拆分任务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224528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2272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2084832"/>
            <a:ext cx="530352" cy="530352"/>
          </a:xfrm>
          <a:prstGeom prst="ellipse">
            <a:avLst/>
          </a:prstGeom>
          <a:solidFill>
            <a:srgbClr val="FEF0C7"/>
          </a:solidFill>
          <a:ln w="12700">
            <a:solidFill>
              <a:srgbClr val="FEF0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9432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08576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/ 命令 / 软件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126480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2084832"/>
            <a:ext cx="530352" cy="53035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01384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实际执行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/ 生成 / 运行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8028432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6176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05672" y="2084832"/>
            <a:ext cx="530352" cy="530352"/>
          </a:xfrm>
          <a:prstGeom prst="ellipse">
            <a:avLst/>
          </a:prstGeom>
          <a:solidFill>
            <a:srgbClr val="FEE4E2"/>
          </a:solidFill>
          <a:ln w="12700">
            <a:solidFill>
              <a:srgbClr val="FEE4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05672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403336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检查结果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12480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发现问题继续修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9930384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68128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07624" y="2084832"/>
            <a:ext cx="530352" cy="5303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07624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305288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交付成果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0314432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把结果直接给你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1143000" y="4434840"/>
            <a:ext cx="9893808" cy="1078992"/>
          </a:xfrm>
          <a:prstGeom prst="roundRect">
            <a:avLst>
              <a:gd name="adj" fmla="val 6780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44752" y="470001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 “把这个文件夹里的 30 份材料分类 → 汇总 Excel → 再做一份汇报 PPT。”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44752" y="5102352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模型：告诉你步骤      Agent：自己读取、处理、生成、检查，然后把文件交给你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和 Codex 的区别：一个“回答”，一个“执行”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两者都来自 OpenAI，但使用方式和目标完全不同。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51480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1737360"/>
            <a:ext cx="841248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9222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你： “这个程序为什么报错？”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51560" y="3547872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ChatGPT：分析原因、解释问题、给修改建议或代码。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6451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典型输出：答案 / 代码 / 方法 / 建议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52578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人继续操作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91072" y="1444752"/>
            <a:ext cx="51480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737360"/>
            <a:ext cx="1417320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792224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Agent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22677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0" y="29718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你： “把这个报错修好，并确保测试通过。”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0" y="3547872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Codex：读取项目 → 修改文件 → 运行命令 / 测试 → 检查 → 继续修复。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645152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典型输出：已经改好的项目 / 可验证结果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525780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Agent完成一整段技术工作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59710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最简单的记法：ChatGPT = “问它” ｜ Codex = “派活给它”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5216" y="619048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来源：OpenAI Codex 官方说明；Codex 当前定位为软件开发 / 技术工作 Agent。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和 WorkBuddy：同一层，擅长的工作不同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两者都属于 Agent：都会接目标、规划步骤、调用工具并交付结果。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507492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1719072"/>
            <a:ext cx="1572768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1773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/ 开发 Agent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33272" y="22677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主要面向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039112" y="294436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代码、项目、终端、测试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1051560" y="347472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6758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常用工具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039112" y="36758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 · 命令行 · IDE · 测试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1051560" y="420624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4074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039112" y="44074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写脚本 / 修程序 / 自动化 / 代码审查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051560" y="493776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1389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价格口径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039112" y="513892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 ChatGPT 计划提供，额度按计划不同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309360" y="1444752"/>
            <a:ext cx="507492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1719072"/>
            <a:ext cx="1572768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1773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 / 桌面 Agent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65392" y="22677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583680" y="2944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主要面向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571232" y="294436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文档、表格、PPT、本地文件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583680" y="347472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6758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常用工具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571232" y="36758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本地工作区 · 文件 · 办公工具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583680" y="420624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4074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571232" y="44074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整理材料 / 汇总Excel / 生成PPT / 批量处理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583680" y="493776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51389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价格口径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571232" y="513892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Free；Pro 当前 $9.95/月（促销）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1051560" y="60076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共同点：不是只“生成一段文字”，而是围绕目标执行多步任务。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85216" y="619048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来源：OpenAI Codex、Tencent WorkBuddy 官方产品说明与定价页；查询日期 2026-08-18。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放到我们部门：什么时候用模型？什么时候用 Agent？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一个判断方法：如果只是“想、写、问、分析”，先用模型；如果需要“连续执行动作”，考虑 Agent。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513892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1737360"/>
            <a:ext cx="2212848" cy="384048"/>
          </a:xfrm>
          <a:prstGeom prst="roundRect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9222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 · DeepSeek / ChatGPT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51560" y="2468880"/>
            <a:ext cx="384048" cy="384048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5191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48716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写通知、汇报、发言稿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1051560" y="3072384"/>
            <a:ext cx="384048" cy="384048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226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30906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长材料提炼重点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1051560" y="3675888"/>
            <a:ext cx="384048" cy="384048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261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6941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会议内容总结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1051560" y="4279392"/>
            <a:ext cx="384048" cy="384048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296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2976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网络故障分析思路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1051560" y="4882896"/>
            <a:ext cx="384048" cy="384048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9331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00200" y="49011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 / 文件快速问答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6272784" y="1444752"/>
            <a:ext cx="513892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1737360"/>
            <a:ext cx="2157984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0256" y="1792224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Agent层 · Codex / WorkBuddy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74536" y="2468880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74536" y="25191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23176" y="248716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批量整理文件并重新命名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6574536" y="3072384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4536" y="31226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23176" y="30906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从多份材料提取数据 → 汇总 Excel</a:t>
            </a:r>
            <a:endParaRPr lang="en-US" sz="1360" dirty="0"/>
          </a:p>
        </p:txBody>
      </p:sp>
      <p:sp>
        <p:nvSpPr>
          <p:cNvPr id="31" name="Shape 29"/>
          <p:cNvSpPr/>
          <p:nvPr/>
        </p:nvSpPr>
        <p:spPr>
          <a:xfrm>
            <a:off x="6574536" y="3675888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37261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123176" y="36941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根据材料直接生成 PPT / 报告</a:t>
            </a:r>
            <a:endParaRPr lang="en-US" sz="1360" dirty="0"/>
          </a:p>
        </p:txBody>
      </p:sp>
      <p:sp>
        <p:nvSpPr>
          <p:cNvPr id="34" name="Shape 32"/>
          <p:cNvSpPr/>
          <p:nvPr/>
        </p:nvSpPr>
        <p:spPr>
          <a:xfrm>
            <a:off x="6574536" y="4279392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43296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123176" y="42976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写脚本并运行、检查、继续修复</a:t>
            </a:r>
            <a:endParaRPr lang="en-US" sz="1360" dirty="0"/>
          </a:p>
        </p:txBody>
      </p:sp>
      <p:sp>
        <p:nvSpPr>
          <p:cNvPr id="37" name="Shape 35"/>
          <p:cNvSpPr/>
          <p:nvPr/>
        </p:nvSpPr>
        <p:spPr>
          <a:xfrm>
            <a:off x="6574536" y="4882896"/>
            <a:ext cx="384048" cy="38404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4536" y="49331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123176" y="49011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把重复技术操作做成自动化</a:t>
            </a:r>
            <a:endParaRPr lang="en-US" sz="1360" dirty="0"/>
          </a:p>
        </p:txBody>
      </p:sp>
      <p:sp>
        <p:nvSpPr>
          <p:cNvPr id="40" name="Text 38"/>
          <p:cNvSpPr/>
          <p:nvPr/>
        </p:nvSpPr>
        <p:spPr>
          <a:xfrm>
            <a:off x="1051560" y="595274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“要一个答案” → 模型    ｜    “要一个结果” → Agent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最后只记住这三句话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不必研究谁的参数最高，先判断你的任务属于哪一层。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1024128" y="1536192"/>
            <a:ext cx="10131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856232"/>
            <a:ext cx="512064" cy="512064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90652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03120" y="17556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ChatGPT：负责“想”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17647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问答、写作、总结、分析、给方案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1024128" y="2944368"/>
            <a:ext cx="10131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264408"/>
            <a:ext cx="512064" cy="51206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31470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03120" y="31638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/ WorkBuddy：负责“干”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31729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规划、调用工具、执行、检查、交付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024128" y="4352544"/>
            <a:ext cx="10131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4672584"/>
            <a:ext cx="512064" cy="51206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722876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103120" y="45720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Agent的价值：少掉中间那一堆人工操作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58114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未来AI竞争，不只是“谁回答更好”，而是“谁能把事情做完”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1508760" y="5596128"/>
            <a:ext cx="918972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573328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使用底线：敏感信息不随意上传；AI结果必须人工复核。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AI从会回答到会干活：模型与Agent</dc:title>
  <dc:subject>公共区管理部AI技术交流</dc:subject>
  <dc:creator>OpenAI</dc:creator>
  <cp:lastModifiedBy>OpenAI</cp:lastModifiedBy>
  <cp:revision>1</cp:revision>
  <dcterms:created xsi:type="dcterms:W3CDTF">2026-08-18T07:01:03Z</dcterms:created>
  <dcterms:modified xsi:type="dcterms:W3CDTF">2026-08-18T07:01:03Z</dcterms:modified>
</cp:coreProperties>
</file>